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63" r:id="rId4"/>
    <p:sldId id="258" r:id="rId5"/>
    <p:sldId id="262" r:id="rId6"/>
    <p:sldId id="266" r:id="rId7"/>
    <p:sldId id="259" r:id="rId8"/>
    <p:sldId id="261" r:id="rId9"/>
    <p:sldId id="264" r:id="rId10"/>
    <p:sldId id="267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570"/>
    <a:srgbClr val="E06666"/>
    <a:srgbClr val="EDC9C9"/>
    <a:srgbClr val="F2F2F2"/>
    <a:srgbClr val="1C1C1C"/>
    <a:srgbClr val="6D9EEB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5503" autoAdjust="0"/>
  </p:normalViewPr>
  <p:slideViewPr>
    <p:cSldViewPr snapToGrid="0">
      <p:cViewPr varScale="1">
        <p:scale>
          <a:sx n="79" d="100"/>
          <a:sy n="79" d="100"/>
        </p:scale>
        <p:origin x="86" y="19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26.01.2025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t-EE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5F65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446414"/>
            <a:ext cx="10515600" cy="4365423"/>
          </a:xfrm>
        </p:spPr>
        <p:txBody>
          <a:bodyPr/>
          <a:lstStyle>
            <a:lvl1pPr marL="91440">
              <a:defRPr sz="2400">
                <a:solidFill>
                  <a:srgbClr val="5F65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5F65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5F65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5F65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5F65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t-EE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5A3C0E-06BD-19DB-EA2E-F6F52A0F443E}"/>
              </a:ext>
            </a:extLst>
          </p:cNvPr>
          <p:cNvCxnSpPr>
            <a:cxnSpLocks/>
          </p:cNvCxnSpPr>
          <p:nvPr userDrawn="1"/>
        </p:nvCxnSpPr>
        <p:spPr>
          <a:xfrm>
            <a:off x="224443" y="1147154"/>
            <a:ext cx="11737572" cy="0"/>
          </a:xfrm>
          <a:prstGeom prst="line">
            <a:avLst/>
          </a:prstGeom>
          <a:ln w="12700">
            <a:solidFill>
              <a:srgbClr val="5F657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06.02.2024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t-EE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F657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C0DE-565F-000C-3EEA-F6099D3D64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6BFAB-E9D0-DE83-B9D8-ED08B20657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2974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58F8-DCB5-8D35-0FF9-485C469B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B7590-3BDF-CA03-4AAB-CA083D25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it is</a:t>
            </a:r>
          </a:p>
          <a:p>
            <a:r>
              <a:rPr lang="en-US" dirty="0"/>
              <a:t>And why in space in orbit where the noise doesn’t cancel</a:t>
            </a:r>
          </a:p>
          <a:p>
            <a:r>
              <a:rPr lang="en-US" dirty="0"/>
              <a:t>The GW spectrum and LISA sensitive part</a:t>
            </a:r>
          </a:p>
          <a:p>
            <a:r>
              <a:rPr lang="en-US" dirty="0"/>
              <a:t>The formation itself</a:t>
            </a:r>
          </a:p>
          <a:p>
            <a:r>
              <a:rPr lang="en-US" dirty="0"/>
              <a:t>The delay and incoherence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66613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27E5-E8A7-5176-52EF-95C637DB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Laser Noise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790A1-0CAD-9526-5153-ADB6FCA5D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Doesn’t cancel</a:t>
            </a:r>
          </a:p>
          <a:p>
            <a:r>
              <a:rPr lang="en-US" dirty="0"/>
              <a:t>Needs post processing</a:t>
            </a:r>
          </a:p>
          <a:p>
            <a:r>
              <a:rPr lang="en-US" dirty="0"/>
              <a:t>(some characteristics, like the amplitude comparison)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9751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AB47-7FEE-CBB2-7368-4BC4C81F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B162-BA96-5EB8-42BC-E7E78717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TDI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A9D1-EDCA-B528-65AB-C0E965E6C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Laser noise post processing</a:t>
            </a:r>
          </a:p>
          <a:p>
            <a:r>
              <a:rPr lang="en-US" dirty="0"/>
              <a:t>How is this a solution – like simply how the math works</a:t>
            </a:r>
          </a:p>
          <a:p>
            <a:r>
              <a:rPr lang="en-US" dirty="0"/>
              <a:t>Ranging needed, a comment maybe</a:t>
            </a:r>
          </a:p>
          <a:p>
            <a:r>
              <a:rPr lang="en-US" dirty="0"/>
              <a:t>And how it looks in the spectrum, like depending on the accuracy of the ranging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20599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31BB-C30D-91AF-7677-F5BB4E5E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Noise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7C6A-FAAC-0C47-BB50-842501E1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Briefly the phasemeter</a:t>
            </a:r>
          </a:p>
          <a:p>
            <a:pPr lvl="1"/>
            <a:r>
              <a:rPr lang="en-US" dirty="0"/>
              <a:t>Pilot tone</a:t>
            </a:r>
          </a:p>
          <a:p>
            <a:r>
              <a:rPr lang="en-US" dirty="0"/>
              <a:t>Why is this a problem -- mathematically</a:t>
            </a:r>
          </a:p>
          <a:p>
            <a:r>
              <a:rPr lang="en-US" dirty="0"/>
              <a:t>The solution (like add the extra term in the phase </a:t>
            </a:r>
            <a:r>
              <a:rPr lang="en-US" dirty="0" err="1"/>
              <a:t>meeasurement</a:t>
            </a:r>
            <a:r>
              <a:rPr lang="en-US" dirty="0"/>
              <a:t>)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7816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71DD-AECA-E00B-2275-EF4F38ED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sidebands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23206-4B01-8BDD-818B-342652CC1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sidebands and how we subtract them from the carrier to get the clock jitter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69426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1FCAA-6DE0-FACC-C1D2-3E51A70B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Experimental Validations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58892-1E76-5871-321F-DFE61B149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has been tested</a:t>
            </a:r>
          </a:p>
          <a:p>
            <a:r>
              <a:rPr lang="en-US" dirty="0"/>
              <a:t>And why we need to test further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9823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7778-1FB1-7328-FBA5-65E74A16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ULIFS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7ABB7-D2ED-3239-7E35-B3F359551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it did</a:t>
            </a:r>
          </a:p>
          <a:p>
            <a:r>
              <a:rPr lang="en-US" dirty="0"/>
              <a:t>And what were the results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3413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A139-ADB5-9AB8-AEFE-E5B92421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miniLISA</a:t>
            </a:r>
            <a:r>
              <a:rPr lang="en-US" dirty="0"/>
              <a:t> – motivation (reiterate)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E38-B1D3-18DA-0767-FE77DB1DA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708538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6BF6-8E62-4205-5118-41C648EC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Delay Line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D9AFF-DDD3-EBAF-4E5F-27AF84C1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310559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A96C-95AD-FC9C-F8CC-199F0EEE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comparison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EF00A-EE11-2D1F-A0EA-053460596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052097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58D4-83C4-6B67-24FB-A2BB6385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for the future?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59C28-E4E4-3900-5062-5D54679A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76508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5416</TotalTime>
  <Words>169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Title</vt:lpstr>
      <vt:lpstr>LISA</vt:lpstr>
      <vt:lpstr>Laser Noise</vt:lpstr>
      <vt:lpstr>TDI</vt:lpstr>
      <vt:lpstr>Clock Noise</vt:lpstr>
      <vt:lpstr>The sidebands</vt:lpstr>
      <vt:lpstr>Previous Experimental Validations</vt:lpstr>
      <vt:lpstr>The ULIFS</vt:lpstr>
      <vt:lpstr>miniLISA – motivation (reiterate)</vt:lpstr>
      <vt:lpstr>The Delay Line</vt:lpstr>
      <vt:lpstr>Design comparison</vt:lpstr>
      <vt:lpstr>Vision for the future?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Karin Kruuse</cp:lastModifiedBy>
  <cp:revision>28</cp:revision>
  <dcterms:created xsi:type="dcterms:W3CDTF">2023-08-26T08:59:13Z</dcterms:created>
  <dcterms:modified xsi:type="dcterms:W3CDTF">2025-01-26T14:10:09Z</dcterms:modified>
</cp:coreProperties>
</file>
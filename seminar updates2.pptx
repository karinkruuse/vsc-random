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"/>
  </p:notes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FE3481-4DC0-5320-5BA5-9DED241133D6}" name="Karin Kruuse" initials="KK" userId="S::kruuseka@ut.ee::9d3667ca-44b3-49ee-bafc-89fda7f076a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kruu" initials="k" lastIdx="18" clrIdx="0">
    <p:extLst>
      <p:ext uri="{19B8F6BF-5375-455C-9EA6-DF929625EA0E}">
        <p15:presenceInfo xmlns:p15="http://schemas.microsoft.com/office/powerpoint/2012/main" userId="kakru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DFE3"/>
    <a:srgbClr val="A8B7BF"/>
    <a:srgbClr val="667982"/>
    <a:srgbClr val="7D858C"/>
    <a:srgbClr val="F6F8FA"/>
    <a:srgbClr val="EFF1F3"/>
    <a:srgbClr val="262324"/>
    <a:srgbClr val="757C80"/>
    <a:srgbClr val="4E5051"/>
    <a:srgbClr val="241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62" autoAdjust="0"/>
    <p:restoredTop sz="85572" autoAdjust="0"/>
  </p:normalViewPr>
  <p:slideViewPr>
    <p:cSldViewPr snapToGrid="0">
      <p:cViewPr varScale="1">
        <p:scale>
          <a:sx n="74" d="100"/>
          <a:sy n="74" d="100"/>
        </p:scale>
        <p:origin x="859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1B2D2-06A2-4596-9391-656CA05E965F}" type="datetimeFigureOut">
              <a:rPr lang="et-EE" smtClean="0"/>
              <a:t>28.03.2025</a:t>
            </a:fld>
            <a:endParaRPr lang="et-E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329CB-E484-4F61-9C3E-A471CEC4EF7E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749125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3062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LID4096"/>
              <a:t>06.02.2024</a:t>
            </a:r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63295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600" b="1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443" y="1446414"/>
            <a:ext cx="10515600" cy="4365423"/>
          </a:xfrm>
        </p:spPr>
        <p:txBody>
          <a:bodyPr/>
          <a:lstStyle>
            <a:lvl1pPr marL="91440">
              <a:defRPr sz="2400"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>
                <a:solidFill>
                  <a:srgbClr val="66798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4443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LID4096"/>
              <a:t>06.02.2024</a:t>
            </a:r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5A3C0E-06BD-19DB-EA2E-F6F52A0F443E}"/>
              </a:ext>
            </a:extLst>
          </p:cNvPr>
          <p:cNvCxnSpPr>
            <a:cxnSpLocks/>
          </p:cNvCxnSpPr>
          <p:nvPr userDrawn="1"/>
        </p:nvCxnSpPr>
        <p:spPr>
          <a:xfrm>
            <a:off x="224443" y="1147154"/>
            <a:ext cx="11737572" cy="0"/>
          </a:xfrm>
          <a:prstGeom prst="line">
            <a:avLst/>
          </a:prstGeom>
          <a:ln w="12700">
            <a:solidFill>
              <a:srgbClr val="66798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78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CFE6F3-8EA7-20B6-44B8-4BBDC4361948}"/>
              </a:ext>
            </a:extLst>
          </p:cNvPr>
          <p:cNvSpPr txBox="1">
            <a:spLocks/>
          </p:cNvSpPr>
          <p:nvPr userDrawn="1"/>
        </p:nvSpPr>
        <p:spPr>
          <a:xfrm>
            <a:off x="376843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/>
              <a:t>28.08.2023</a:t>
            </a:r>
            <a:endParaRPr lang="et-EE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3BAF38B-E3FE-B466-B6EB-A14DD731454D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8332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41807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9506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069F6E4-9020-7783-DE83-4C47CF315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" y="241069"/>
            <a:ext cx="10298083" cy="889462"/>
          </a:xfrm>
        </p:spPr>
        <p:txBody>
          <a:bodyPr>
            <a:normAutofit/>
          </a:bodyPr>
          <a:lstStyle>
            <a:lvl1pPr marL="91440">
              <a:defRPr sz="3200" b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4470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37463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19250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58698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00048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LID4096"/>
              <a:t>06.02.2024</a:t>
            </a:r>
            <a:endParaRPr lang="et-E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E346-B1F3-4075-BD67-234EF0F10AC6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89329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LID4096"/>
              <a:t>06.02.2024</a:t>
            </a:r>
            <a:endParaRPr lang="et-E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067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F39E346-B1F3-4075-BD67-234EF0F10AC6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4498942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66798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6798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400" dirty="0" smtClean="0">
            <a:solidFill>
              <a:srgbClr val="66798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Implementing a Terramechanics-based Wheel-terrain Contact Model into a Multi-body Simulation Environment</dc:title>
  <dc:creator>Karin Kruuse</dc:creator>
  <cp:lastModifiedBy>Karin Kruuse</cp:lastModifiedBy>
  <cp:revision>107</cp:revision>
  <dcterms:created xsi:type="dcterms:W3CDTF">2023-08-26T08:59:13Z</dcterms:created>
  <dcterms:modified xsi:type="dcterms:W3CDTF">2025-03-28T07:10:24Z</dcterms:modified>
</cp:coreProperties>
</file>
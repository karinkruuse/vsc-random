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"/>
  </p:notesMasterIdLst>
  <p:sldIdLst>
    <p:sldId id="299" r:id="rId2"/>
    <p:sldId id="300" r:id="rId3"/>
    <p:sldId id="301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CFE3481-4DC0-5320-5BA5-9DED241133D6}" name="Karin Kruuse" initials="KK" userId="S::kruuseka@ut.ee::9d3667ca-44b3-49ee-bafc-89fda7f076aa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kruu" initials="k" lastIdx="18" clrIdx="0">
    <p:extLst>
      <p:ext uri="{19B8F6BF-5375-455C-9EA6-DF929625EA0E}">
        <p15:presenceInfo xmlns:p15="http://schemas.microsoft.com/office/powerpoint/2012/main" userId="kakru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DFE3"/>
    <a:srgbClr val="A8B7BF"/>
    <a:srgbClr val="667982"/>
    <a:srgbClr val="7D858C"/>
    <a:srgbClr val="F6F8FA"/>
    <a:srgbClr val="EFF1F3"/>
    <a:srgbClr val="262324"/>
    <a:srgbClr val="757C80"/>
    <a:srgbClr val="4E5051"/>
    <a:srgbClr val="241F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62" autoAdjust="0"/>
    <p:restoredTop sz="85572" autoAdjust="0"/>
  </p:normalViewPr>
  <p:slideViewPr>
    <p:cSldViewPr snapToGrid="0">
      <p:cViewPr varScale="1">
        <p:scale>
          <a:sx n="140" d="100"/>
          <a:sy n="140" d="100"/>
        </p:scale>
        <p:origin x="804" y="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11" Type="http://schemas.microsoft.com/office/2018/10/relationships/authors" Target="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81B2D2-06A2-4596-9391-656CA05E965F}" type="datetimeFigureOut">
              <a:rPr lang="et-EE" smtClean="0"/>
              <a:t>28.02.2025</a:t>
            </a:fld>
            <a:endParaRPr lang="et-E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t-E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F329CB-E484-4F61-9C3E-A471CEC4EF7E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749125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3062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LID4096"/>
              <a:t>06.02.2024</a:t>
            </a:r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632951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443" y="241069"/>
            <a:ext cx="10298083" cy="889462"/>
          </a:xfrm>
        </p:spPr>
        <p:txBody>
          <a:bodyPr>
            <a:normAutofit/>
          </a:bodyPr>
          <a:lstStyle>
            <a:lvl1pPr marL="91440">
              <a:defRPr sz="3600" b="1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443" y="1446414"/>
            <a:ext cx="10515600" cy="4365423"/>
          </a:xfrm>
        </p:spPr>
        <p:txBody>
          <a:bodyPr/>
          <a:lstStyle>
            <a:lvl1pPr marL="91440">
              <a:defRPr sz="2400"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4443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LID4096"/>
              <a:t>06.02.2024</a:t>
            </a:r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5A3C0E-06BD-19DB-EA2E-F6F52A0F443E}"/>
              </a:ext>
            </a:extLst>
          </p:cNvPr>
          <p:cNvCxnSpPr>
            <a:cxnSpLocks/>
          </p:cNvCxnSpPr>
          <p:nvPr userDrawn="1"/>
        </p:nvCxnSpPr>
        <p:spPr>
          <a:xfrm>
            <a:off x="224443" y="1147154"/>
            <a:ext cx="11737572" cy="0"/>
          </a:xfrm>
          <a:prstGeom prst="line">
            <a:avLst/>
          </a:prstGeom>
          <a:ln w="12700">
            <a:solidFill>
              <a:srgbClr val="66798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781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3CFE6F3-8EA7-20B6-44B8-4BBDC4361948}"/>
              </a:ext>
            </a:extLst>
          </p:cNvPr>
          <p:cNvSpPr txBox="1">
            <a:spLocks/>
          </p:cNvSpPr>
          <p:nvPr userDrawn="1"/>
        </p:nvSpPr>
        <p:spPr>
          <a:xfrm>
            <a:off x="376843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t-EE"/>
              <a:t>28.08.2023</a:t>
            </a:r>
            <a:endParaRPr lang="et-EE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3BAF38B-E3FE-B466-B6EB-A14DD731454D}"/>
              </a:ext>
            </a:extLst>
          </p:cNvPr>
          <p:cNvSpPr txBox="1">
            <a:spLocks/>
          </p:cNvSpPr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883320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06.02.2024</a:t>
            </a:r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418075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06.02.2024</a:t>
            </a:r>
            <a:endParaRPr lang="et-E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95068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06.02.2024</a:t>
            </a:r>
            <a:endParaRPr lang="et-E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069F6E4-9020-7783-DE83-4C47CF315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" y="241069"/>
            <a:ext cx="10298083" cy="889462"/>
          </a:xfrm>
        </p:spPr>
        <p:txBody>
          <a:bodyPr>
            <a:normAutofit/>
          </a:bodyPr>
          <a:lstStyle>
            <a:lvl1pPr marL="91440">
              <a:defRPr sz="3200" b="1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94470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06.02.2024</a:t>
            </a:r>
            <a:endParaRPr lang="et-E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374633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06.02.2024</a:t>
            </a:r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19250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06.02.2024</a:t>
            </a:r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586981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06.02.2024</a:t>
            </a:r>
            <a:endParaRPr lang="et-E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000484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06.02.2024</a:t>
            </a:r>
            <a:endParaRPr lang="et-E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893299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LID4096"/>
              <a:t>06.02.2024</a:t>
            </a:r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067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4498942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66798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3AE86-6E48-FE7C-DF10-2693E82DD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5F298-6BA7-4F9B-151F-96B9597C5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368" y="216302"/>
            <a:ext cx="10298083" cy="889462"/>
          </a:xfrm>
        </p:spPr>
        <p:txBody>
          <a:bodyPr/>
          <a:lstStyle/>
          <a:p>
            <a:r>
              <a:rPr lang="en-US" dirty="0"/>
              <a:t>Arm Comparison</a:t>
            </a:r>
            <a:endParaRPr lang="et-E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284F7-937A-505B-2EF4-D78B0AB26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1</a:t>
            </a:fld>
            <a:endParaRPr lang="et-E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A678D1-B107-5A7F-9FB3-94FA788377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45370" y="230522"/>
            <a:ext cx="8610618" cy="56479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435422-50AB-15CB-AF31-C45DED1FEE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22071" y="708395"/>
            <a:ext cx="8610618" cy="564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501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760AD-EAFC-44F5-87CC-F70684B93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Thing?</a:t>
            </a:r>
            <a:endParaRPr lang="LID4096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D19187A-6AF4-44FE-B7CB-D121431D5C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96142" y="868822"/>
            <a:ext cx="9189971" cy="602797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14709-3D1D-4651-B744-DD3A4B10E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2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670008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760AD-EAFC-44F5-87CC-F70684B93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Thing?</a:t>
            </a:r>
            <a:endParaRPr lang="LID4096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D19187A-6AF4-44FE-B7CB-D121431D5C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96142" y="868822"/>
            <a:ext cx="9189971" cy="602797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14709-3D1D-4651-B744-DD3A4B10E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3</a:t>
            </a:fld>
            <a:endParaRPr lang="et-E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85F1F0-0F8D-4AFC-AB83-19B2FE035063}"/>
              </a:ext>
            </a:extLst>
          </p:cNvPr>
          <p:cNvSpPr txBox="1"/>
          <p:nvPr/>
        </p:nvSpPr>
        <p:spPr>
          <a:xfrm>
            <a:off x="1455761" y="5131558"/>
            <a:ext cx="18646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channels per board</a:t>
            </a:r>
          </a:p>
          <a:p>
            <a:pPr algn="l"/>
            <a:r>
              <a:rPr lang="en-US" sz="14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Noisy ADC</a:t>
            </a:r>
            <a:endParaRPr lang="LID4096" sz="1400" dirty="0">
              <a:solidFill>
                <a:srgbClr val="6679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087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1400" dirty="0" smtClean="0">
            <a:solidFill>
              <a:srgbClr val="66798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17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Arm Comparison</vt:lpstr>
      <vt:lpstr>Full Thing?</vt:lpstr>
      <vt:lpstr>Full Thing?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Implementing a Terramechanics-based Wheel-terrain Contact Model into a Multi-body Simulation Environment</dc:title>
  <dc:creator>Karin Kruuse</dc:creator>
  <cp:lastModifiedBy>kakruu</cp:lastModifiedBy>
  <cp:revision>107</cp:revision>
  <dcterms:created xsi:type="dcterms:W3CDTF">2023-08-26T08:59:13Z</dcterms:created>
  <dcterms:modified xsi:type="dcterms:W3CDTF">2025-02-28T08:46:50Z</dcterms:modified>
</cp:coreProperties>
</file>
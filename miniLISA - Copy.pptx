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"/>
  </p:notesMasterIdLst>
  <p:sldIdLst>
    <p:sldId id="299" r:id="rId2"/>
    <p:sldId id="300" r:id="rId3"/>
    <p:sldId id="301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8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FE3"/>
    <a:srgbClr val="A8B7BF"/>
    <a:srgbClr val="667982"/>
    <a:srgbClr val="7D858C"/>
    <a:srgbClr val="F6F8FA"/>
    <a:srgbClr val="EFF1F3"/>
    <a:srgbClr val="262324"/>
    <a:srgbClr val="757C80"/>
    <a:srgbClr val="4E5051"/>
    <a:srgbClr val="241F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62" autoAdjust="0"/>
    <p:restoredTop sz="85572" autoAdjust="0"/>
  </p:normalViewPr>
  <p:slideViewPr>
    <p:cSldViewPr snapToGrid="0">
      <p:cViewPr varScale="1">
        <p:scale>
          <a:sx n="140" d="100"/>
          <a:sy n="140" d="100"/>
        </p:scale>
        <p:origin x="804" y="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11" Type="http://schemas.microsoft.com/office/2018/10/relationships/authors" Target="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28.02.2025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446414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5A3C0E-06BD-19DB-EA2E-F6F52A0F443E}"/>
              </a:ext>
            </a:extLst>
          </p:cNvPr>
          <p:cNvCxnSpPr>
            <a:cxnSpLocks/>
          </p:cNvCxnSpPr>
          <p:nvPr userDrawn="1"/>
        </p:nvCxnSpPr>
        <p:spPr>
          <a:xfrm>
            <a:off x="224443" y="1147154"/>
            <a:ext cx="11737572" cy="0"/>
          </a:xfrm>
          <a:prstGeom prst="line">
            <a:avLst/>
          </a:prstGeom>
          <a:ln w="12700">
            <a:solidFill>
              <a:srgbClr val="667982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3AE86-6E48-FE7C-DF10-2693E82D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5F298-6BA7-4F9B-151F-96B9597C5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68" y="216302"/>
            <a:ext cx="10298083" cy="889462"/>
          </a:xfrm>
        </p:spPr>
        <p:txBody>
          <a:bodyPr/>
          <a:lstStyle/>
          <a:p>
            <a:r>
              <a:rPr lang="en-US" dirty="0"/>
              <a:t>Arm Comparison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284F7-937A-505B-2EF4-D78B0AB26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A678D1-B107-5A7F-9FB3-94FA788377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45370" y="230522"/>
            <a:ext cx="8610618" cy="564795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435422-50AB-15CB-AF31-C45DED1FE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2071" y="708395"/>
            <a:ext cx="8610618" cy="564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501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760AD-EAFC-44F5-87CC-F70684B93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Thing?</a:t>
            </a:r>
            <a:endParaRPr lang="LID4096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D19187A-6AF4-44FE-B7CB-D121431D5C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6142" y="868822"/>
            <a:ext cx="9189971" cy="60279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14709-3D1D-4651-B744-DD3A4B10E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163CBE-F93A-46EE-96CE-C31B121ED34D}"/>
              </a:ext>
            </a:extLst>
          </p:cNvPr>
          <p:cNvSpPr txBox="1"/>
          <p:nvPr/>
        </p:nvSpPr>
        <p:spPr>
          <a:xfrm>
            <a:off x="8607188" y="1637731"/>
            <a:ext cx="292517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Backlink noise  = 0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Laser frequency offset for two lasers on one SC = 0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their noise is the same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optical bench noise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acceleration noise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000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760AD-EAFC-44F5-87CC-F70684B93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Thing?</a:t>
            </a:r>
            <a:endParaRPr lang="LID4096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D19187A-6AF4-44FE-B7CB-D121431D5C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6142" y="868822"/>
            <a:ext cx="9189971" cy="60279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14709-3D1D-4651-B744-DD3A4B10E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5F1F0-0F8D-4AFC-AB83-19B2FE035063}"/>
              </a:ext>
            </a:extLst>
          </p:cNvPr>
          <p:cNvSpPr txBox="1"/>
          <p:nvPr/>
        </p:nvSpPr>
        <p:spPr>
          <a:xfrm>
            <a:off x="1455761" y="5131558"/>
            <a:ext cx="18646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channels per board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Noisy ADC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7087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45</Words>
  <Application>Microsoft Office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Arm Comparison</vt:lpstr>
      <vt:lpstr>Full Thing?</vt:lpstr>
      <vt:lpstr>Full Thing?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108</cp:revision>
  <dcterms:created xsi:type="dcterms:W3CDTF">2023-08-26T08:59:13Z</dcterms:created>
  <dcterms:modified xsi:type="dcterms:W3CDTF">2025-02-28T09:00:55Z</dcterms:modified>
</cp:coreProperties>
</file>
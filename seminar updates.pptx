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"/>
  </p:notesMasterIdLst>
  <p:sldIdLst>
    <p:sldId id="299" r:id="rId2"/>
    <p:sldId id="300" r:id="rId3"/>
    <p:sldId id="302" r:id="rId4"/>
    <p:sldId id="301" r:id="rId5"/>
    <p:sldId id="30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8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FE3"/>
    <a:srgbClr val="A8B7BF"/>
    <a:srgbClr val="667982"/>
    <a:srgbClr val="7D858C"/>
    <a:srgbClr val="F6F8FA"/>
    <a:srgbClr val="EFF1F3"/>
    <a:srgbClr val="262324"/>
    <a:srgbClr val="757C80"/>
    <a:srgbClr val="4E5051"/>
    <a:srgbClr val="241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2" autoAdjust="0"/>
    <p:restoredTop sz="85572" autoAdjust="0"/>
  </p:normalViewPr>
  <p:slideViewPr>
    <p:cSldViewPr snapToGrid="0">
      <p:cViewPr varScale="1">
        <p:scale>
          <a:sx n="140" d="100"/>
          <a:sy n="140" d="100"/>
        </p:scale>
        <p:origin x="804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2" y="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07.03.2025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446414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3AE86-6E48-FE7C-DF10-2693E82D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F298-6BA7-4F9B-151F-96B9597C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68" y="216302"/>
            <a:ext cx="10298083" cy="889462"/>
          </a:xfrm>
        </p:spPr>
        <p:txBody>
          <a:bodyPr/>
          <a:lstStyle/>
          <a:p>
            <a:r>
              <a:rPr lang="en-US" dirty="0"/>
              <a:t>Arm Comparison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284F7-937A-505B-2EF4-D78B0AB2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678D1-B107-5A7F-9FB3-94FA78837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5370" y="230522"/>
            <a:ext cx="8610618" cy="56479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435422-50AB-15CB-AF31-C45DED1FE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2071" y="708395"/>
            <a:ext cx="8610618" cy="564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50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60AD-EAFC-44F5-87CC-F70684B9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Setup</a:t>
            </a:r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19187A-6AF4-44FE-B7CB-D121431D5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004" y="693506"/>
            <a:ext cx="9189971" cy="602796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14709-3D1D-4651-B744-DD3A4B10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</a:t>
            </a:fld>
            <a:endParaRPr lang="et-E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63CBE-F93A-46EE-96CE-C31B121ED34D}"/>
              </a:ext>
            </a:extLst>
          </p:cNvPr>
          <p:cNvSpPr txBox="1"/>
          <p:nvPr/>
        </p:nvSpPr>
        <p:spPr>
          <a:xfrm>
            <a:off x="8225049" y="441192"/>
            <a:ext cx="38350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have: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Laser Noise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Clock noise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Delay, Doppler Shift, GW</a:t>
            </a:r>
          </a:p>
          <a:p>
            <a:pPr algn="l"/>
            <a:endParaRPr lang="en-US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Doesn’t have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Backlink noise  = 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Laser frequency offset for two lasers on one SC =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their noise is the same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optical bench noise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acceleration noise</a:t>
            </a:r>
            <a:endParaRPr lang="LID4096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00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60AD-EAFC-44F5-87CC-F70684B9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for an Alternative Start</a:t>
            </a:r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19187A-6AF4-44FE-B7CB-D121431D5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004" y="693506"/>
            <a:ext cx="9189970" cy="602796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14709-3D1D-4651-B744-DD3A4B10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3</a:t>
            </a:fld>
            <a:endParaRPr lang="et-E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63CBE-F93A-46EE-96CE-C31B121ED34D}"/>
              </a:ext>
            </a:extLst>
          </p:cNvPr>
          <p:cNvSpPr txBox="1"/>
          <p:nvPr/>
        </p:nvSpPr>
        <p:spPr>
          <a:xfrm>
            <a:off x="7965742" y="973455"/>
            <a:ext cx="41807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PDH initially, even for the reference laser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Laser 1 locked to the reference via a </a:t>
            </a:r>
            <a:r>
              <a:rPr lang="en-US" sz="2000" dirty="0" err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Moku:Pro</a:t>
            </a:r>
            <a:endParaRPr lang="en-US" sz="20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(not shown), every thing would be fiber coupled</a:t>
            </a:r>
          </a:p>
        </p:txBody>
      </p:sp>
    </p:spTree>
    <p:extLst>
      <p:ext uri="{BB962C8B-B14F-4D97-AF65-F5344CB8AC3E}">
        <p14:creationId xmlns:p14="http://schemas.microsoft.com/office/powerpoint/2010/main" val="3289715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02049-D938-40C1-AEA6-17335641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Mephisto</a:t>
            </a:r>
            <a:r>
              <a:rPr lang="en-US" dirty="0"/>
              <a:t> S lasers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B39CD-EE13-437F-B5DB-9259CC38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4</a:t>
            </a:fld>
            <a:endParaRPr lang="et-E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3119E3-98CE-4219-A2D1-3B752E3F06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9"/>
          <a:stretch/>
        </p:blipFill>
        <p:spPr>
          <a:xfrm>
            <a:off x="853123" y="1672096"/>
            <a:ext cx="6680715" cy="4643902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2C11349-49F9-4806-9ADB-EA23DA6C2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423" y="136525"/>
            <a:ext cx="6111785" cy="1223545"/>
          </a:xfrm>
        </p:spPr>
      </p:pic>
    </p:spTree>
    <p:extLst>
      <p:ext uri="{BB962C8B-B14F-4D97-AF65-F5344CB8AC3E}">
        <p14:creationId xmlns:p14="http://schemas.microsoft.com/office/powerpoint/2010/main" val="313497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CAD3-7473-4BEB-88BC-D8804395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28DC-49D8-4A3A-BC2C-3A7E18E5E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B5210-E6CB-48EF-A658-9E66005E7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5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33308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91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Arm Comparison</vt:lpstr>
      <vt:lpstr>Full Setup</vt:lpstr>
      <vt:lpstr>Idea for an Alternative Start</vt:lpstr>
      <vt:lpstr>Mephisto S lasers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118</cp:revision>
  <dcterms:created xsi:type="dcterms:W3CDTF">2023-08-26T08:59:13Z</dcterms:created>
  <dcterms:modified xsi:type="dcterms:W3CDTF">2025-03-07T08:49:07Z</dcterms:modified>
</cp:coreProperties>
</file>
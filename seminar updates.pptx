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7"/>
  </p:notesMasterIdLst>
  <p:sldIdLst>
    <p:sldId id="299" r:id="rId2"/>
    <p:sldId id="300" r:id="rId3"/>
    <p:sldId id="301" r:id="rId4"/>
    <p:sldId id="302" r:id="rId5"/>
    <p:sldId id="303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CFE3481-4DC0-5320-5BA5-9DED241133D6}" name="Karin Kruuse" initials="KK" userId="S::kruuseka@ut.ee::9d3667ca-44b3-49ee-bafc-89fda7f076aa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kakruu" initials="k" lastIdx="18" clrIdx="0">
    <p:extLst>
      <p:ext uri="{19B8F6BF-5375-455C-9EA6-DF929625EA0E}">
        <p15:presenceInfo xmlns:p15="http://schemas.microsoft.com/office/powerpoint/2012/main" userId="kakruu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8DFE3"/>
    <a:srgbClr val="A8B7BF"/>
    <a:srgbClr val="667982"/>
    <a:srgbClr val="7D858C"/>
    <a:srgbClr val="F6F8FA"/>
    <a:srgbClr val="EFF1F3"/>
    <a:srgbClr val="262324"/>
    <a:srgbClr val="757C80"/>
    <a:srgbClr val="4E5051"/>
    <a:srgbClr val="241F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962" autoAdjust="0"/>
    <p:restoredTop sz="85572" autoAdjust="0"/>
  </p:normalViewPr>
  <p:slideViewPr>
    <p:cSldViewPr snapToGrid="0">
      <p:cViewPr varScale="1">
        <p:scale>
          <a:sx n="140" d="100"/>
          <a:sy n="140" d="100"/>
        </p:scale>
        <p:origin x="804" y="8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3" d="100"/>
          <a:sy n="123" d="100"/>
        </p:scale>
        <p:origin x="4972" y="8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ommentAuthors" Target="commentAuthors.xml"/><Relationship Id="rId13" Type="http://schemas.microsoft.com/office/2018/10/relationships/authors" Target="author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t-E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81B2D2-06A2-4596-9391-656CA05E965F}" type="datetimeFigureOut">
              <a:rPr lang="et-EE" smtClean="0"/>
              <a:t>07.03.2025</a:t>
            </a:fld>
            <a:endParaRPr lang="et-E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t-E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t-E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F329CB-E484-4F61-9C3E-A471CEC4EF7E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7491253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23062" y="6356350"/>
            <a:ext cx="274320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LID4096"/>
              <a:t>06.02.2024</a:t>
            </a:r>
            <a:endParaRPr lang="et-E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26329519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4443" y="241069"/>
            <a:ext cx="10298083" cy="889462"/>
          </a:xfrm>
        </p:spPr>
        <p:txBody>
          <a:bodyPr>
            <a:normAutofit/>
          </a:bodyPr>
          <a:lstStyle>
            <a:lvl1pPr marL="91440">
              <a:defRPr sz="3600" b="1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4443" y="1446414"/>
            <a:ext cx="10515600" cy="4365423"/>
          </a:xfrm>
        </p:spPr>
        <p:txBody>
          <a:bodyPr/>
          <a:lstStyle>
            <a:lvl1pPr marL="91440">
              <a:defRPr sz="2400"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24443" y="6356350"/>
            <a:ext cx="274320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LID4096"/>
              <a:t>06.02.2024</a:t>
            </a:r>
            <a:endParaRPr lang="et-E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31847818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D3CFE6F3-8EA7-20B6-44B8-4BBDC4361948}"/>
              </a:ext>
            </a:extLst>
          </p:cNvPr>
          <p:cNvSpPr txBox="1">
            <a:spLocks/>
          </p:cNvSpPr>
          <p:nvPr userDrawn="1"/>
        </p:nvSpPr>
        <p:spPr>
          <a:xfrm>
            <a:off x="376843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200" kern="120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t-EE"/>
              <a:t>28.08.2023</a:t>
            </a:r>
            <a:endParaRPr lang="et-EE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F3BAF38B-E3FE-B466-B6EB-A14DD731454D}"/>
              </a:ext>
            </a:extLst>
          </p:cNvPr>
          <p:cNvSpPr txBox="1">
            <a:spLocks/>
          </p:cNvSpPr>
          <p:nvPr userDrawn="1"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28833203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06.02.2024</a:t>
            </a:r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418075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06.02.2024</a:t>
            </a:r>
            <a:endParaRPr lang="et-E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950688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06.02.2024</a:t>
            </a:r>
            <a:endParaRPr lang="et-E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069F6E4-9020-7783-DE83-4C47CF315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4443" y="241069"/>
            <a:ext cx="10298083" cy="889462"/>
          </a:xfrm>
        </p:spPr>
        <p:txBody>
          <a:bodyPr>
            <a:normAutofit/>
          </a:bodyPr>
          <a:lstStyle>
            <a:lvl1pPr marL="91440">
              <a:defRPr sz="3200" b="1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944708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06.02.2024</a:t>
            </a:r>
            <a:endParaRPr lang="et-E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374633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06.02.2024</a:t>
            </a:r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1925047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06.02.2024</a:t>
            </a:r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5869815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06.02.2024</a:t>
            </a:r>
            <a:endParaRPr lang="et-E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000484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06.02.2024</a:t>
            </a:r>
            <a:endParaRPr lang="et-E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8932994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LID4096"/>
              <a:t>06.02.2024</a:t>
            </a:r>
            <a:endParaRPr lang="et-E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t-E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250679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144989424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66798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93AE86-6E48-FE7C-DF10-2693E82DD5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B5F298-6BA7-4F9B-151F-96B9597C53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368" y="216302"/>
            <a:ext cx="10298083" cy="889462"/>
          </a:xfrm>
        </p:spPr>
        <p:txBody>
          <a:bodyPr/>
          <a:lstStyle/>
          <a:p>
            <a:r>
              <a:rPr lang="en-US" dirty="0"/>
              <a:t>Arm Comparison</a:t>
            </a:r>
            <a:endParaRPr lang="et-E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E284F7-937A-505B-2EF4-D78B0AB266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1</a:t>
            </a:fld>
            <a:endParaRPr lang="et-E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1A678D1-B107-5A7F-9FB3-94FA788377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45370" y="230522"/>
            <a:ext cx="8610618" cy="564795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B435422-50AB-15CB-AF31-C45DED1FEE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2071" y="708395"/>
            <a:ext cx="8610618" cy="5647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25013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4760AD-EAFC-44F5-87CC-F70684B931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 Setup</a:t>
            </a:r>
            <a:endParaRPr lang="LID4096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7D19187A-6AF4-44FE-B7CB-D121431D5C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4004" y="693506"/>
            <a:ext cx="9189971" cy="6027969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414709-3D1D-4651-B744-DD3A4B10EB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2</a:t>
            </a:fld>
            <a:endParaRPr lang="et-E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163CBE-F93A-46EE-96CE-C31B121ED34D}"/>
              </a:ext>
            </a:extLst>
          </p:cNvPr>
          <p:cNvSpPr txBox="1"/>
          <p:nvPr/>
        </p:nvSpPr>
        <p:spPr>
          <a:xfrm>
            <a:off x="8225049" y="441192"/>
            <a:ext cx="383502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Does have: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Laser Noise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Clock noise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Delay, Doppler Shift, GW</a:t>
            </a:r>
          </a:p>
          <a:p>
            <a:pPr algn="l"/>
            <a:endParaRPr lang="en-US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n-US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Doesn’t have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Backlink noise  = 0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Laser frequency offset for two lasers on one SC = 0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And their noise is the same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 optical bench noise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 acceleration noise</a:t>
            </a:r>
            <a:endParaRPr lang="LID4096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00081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02049-D938-40C1-AEA6-1733564185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Mephisto</a:t>
            </a:r>
            <a:r>
              <a:rPr lang="en-US" dirty="0"/>
              <a:t> S lasers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0B39CD-EE13-437F-B5DB-9259CC383C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3</a:t>
            </a:fld>
            <a:endParaRPr lang="et-EE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33119E3-98CE-4219-A2D1-3B752E3F061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19"/>
          <a:stretch/>
        </p:blipFill>
        <p:spPr>
          <a:xfrm>
            <a:off x="853123" y="1672096"/>
            <a:ext cx="6680715" cy="4643902"/>
          </a:xfrm>
          <a:prstGeom prst="rect">
            <a:avLst/>
          </a:prstGeom>
        </p:spPr>
      </p:pic>
      <p:pic>
        <p:nvPicPr>
          <p:cNvPr id="18" name="Content Placeholder 17">
            <a:extLst>
              <a:ext uri="{FF2B5EF4-FFF2-40B4-BE49-F238E27FC236}">
                <a16:creationId xmlns:a16="http://schemas.microsoft.com/office/drawing/2014/main" id="{F2C11349-49F9-4806-9ADB-EA23DA6C2D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0639" y="136525"/>
            <a:ext cx="6771569" cy="1355630"/>
          </a:xfrm>
        </p:spPr>
      </p:pic>
    </p:spTree>
    <p:extLst>
      <p:ext uri="{BB962C8B-B14F-4D97-AF65-F5344CB8AC3E}">
        <p14:creationId xmlns:p14="http://schemas.microsoft.com/office/powerpoint/2010/main" val="31349785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4760AD-EAFC-44F5-87CC-F70684B931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Idea for an Alternative Start</a:t>
            </a:r>
            <a:endParaRPr lang="LID4096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7D19187A-6AF4-44FE-B7CB-D121431D5C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4004" y="693506"/>
            <a:ext cx="9189970" cy="6027969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414709-3D1D-4651-B744-DD3A4B10EB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4</a:t>
            </a:fld>
            <a:endParaRPr lang="et-E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163CBE-F93A-46EE-96CE-C31B121ED34D}"/>
              </a:ext>
            </a:extLst>
          </p:cNvPr>
          <p:cNvSpPr txBox="1"/>
          <p:nvPr/>
        </p:nvSpPr>
        <p:spPr>
          <a:xfrm>
            <a:off x="7692788" y="973455"/>
            <a:ext cx="445371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 PDH initially, even for the reference laser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Laser 1 locked to the reference via a </a:t>
            </a:r>
            <a:r>
              <a:rPr lang="en-US" sz="2000" dirty="0" err="1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Moku:Pro</a:t>
            </a:r>
            <a:endParaRPr lang="en-US" sz="20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Also (not shown), everything would be fiber coupled</a:t>
            </a:r>
          </a:p>
        </p:txBody>
      </p:sp>
    </p:spTree>
    <p:extLst>
      <p:ext uri="{BB962C8B-B14F-4D97-AF65-F5344CB8AC3E}">
        <p14:creationId xmlns:p14="http://schemas.microsoft.com/office/powerpoint/2010/main" val="32897152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2DCAD3-7473-4BEB-88BC-D88043959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3828DC-49D8-4A3A-BC2C-3A7E18E5E3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0B5210-E6CB-48EF-A658-9E66005E71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5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13330845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400" dirty="0" smtClean="0">
            <a:solidFill>
              <a:srgbClr val="667982"/>
            </a:solidFill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 2013 - 2022" id="{62F939B6-93AF-4DB8-9C6B-D6C7DFDC589F}" vid="{4F46216B-77A9-411A-B9D3-5023FCB7020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0</TotalTime>
  <Words>90</Words>
  <Application>Microsoft Office PowerPoint</Application>
  <PresentationFormat>Widescreen</PresentationFormat>
  <Paragraphs>23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Arm Comparison</vt:lpstr>
      <vt:lpstr>Full Setup</vt:lpstr>
      <vt:lpstr>Mephisto S lasers</vt:lpstr>
      <vt:lpstr>Idea for an Alternative Start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Implementing a Terramechanics-based Wheel-terrain Contact Model into a Multi-body Simulation Environment</dc:title>
  <dc:creator>Karin Kruuse</dc:creator>
  <cp:lastModifiedBy>kakruu</cp:lastModifiedBy>
  <cp:revision>119</cp:revision>
  <dcterms:created xsi:type="dcterms:W3CDTF">2023-08-26T08:59:13Z</dcterms:created>
  <dcterms:modified xsi:type="dcterms:W3CDTF">2025-03-07T08:54:21Z</dcterms:modified>
</cp:coreProperties>
</file>
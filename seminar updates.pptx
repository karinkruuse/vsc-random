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CFE3481-4DC0-5320-5BA5-9DED241133D6}" name="Karin Kruuse" initials="KK" userId="S::kruuseka@ut.ee::9d3667ca-44b3-49ee-bafc-89fda7f076a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kruu" initials="k" lastIdx="18" clrIdx="0">
    <p:extLst>
      <p:ext uri="{19B8F6BF-5375-455C-9EA6-DF929625EA0E}">
        <p15:presenceInfo xmlns:p15="http://schemas.microsoft.com/office/powerpoint/2012/main" userId="kakruu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7982"/>
    <a:srgbClr val="D8DFE3"/>
    <a:srgbClr val="A8B7BF"/>
    <a:srgbClr val="7D858C"/>
    <a:srgbClr val="F6F8FA"/>
    <a:srgbClr val="EFF1F3"/>
    <a:srgbClr val="262324"/>
    <a:srgbClr val="757C80"/>
    <a:srgbClr val="4E5051"/>
    <a:srgbClr val="241F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62" autoAdjust="0"/>
    <p:restoredTop sz="85572" autoAdjust="0"/>
  </p:normalViewPr>
  <p:slideViewPr>
    <p:cSldViewPr snapToGrid="0">
      <p:cViewPr varScale="1">
        <p:scale>
          <a:sx n="76" d="100"/>
          <a:sy n="76" d="100"/>
        </p:scale>
        <p:origin x="763" y="5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81B2D2-06A2-4596-9391-656CA05E965F}" type="datetimeFigureOut">
              <a:rPr lang="et-EE" smtClean="0"/>
              <a:t>28.03.2025</a:t>
            </a:fld>
            <a:endParaRPr lang="et-E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F329CB-E484-4F61-9C3E-A471CEC4EF7E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749125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3062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LID4096"/>
              <a:t>06.02.2024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63295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600" b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4443" y="1446414"/>
            <a:ext cx="10515600" cy="4365423"/>
          </a:xfrm>
        </p:spPr>
        <p:txBody>
          <a:bodyPr/>
          <a:lstStyle>
            <a:lvl1pPr marL="91440">
              <a:defRPr sz="2400"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4443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LID4096"/>
              <a:t>06.02.2024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55A3C0E-06BD-19DB-EA2E-F6F52A0F443E}"/>
              </a:ext>
            </a:extLst>
          </p:cNvPr>
          <p:cNvCxnSpPr>
            <a:cxnSpLocks/>
          </p:cNvCxnSpPr>
          <p:nvPr userDrawn="1"/>
        </p:nvCxnSpPr>
        <p:spPr>
          <a:xfrm>
            <a:off x="224443" y="1147154"/>
            <a:ext cx="11737572" cy="0"/>
          </a:xfrm>
          <a:prstGeom prst="line">
            <a:avLst/>
          </a:prstGeom>
          <a:ln w="12700">
            <a:solidFill>
              <a:srgbClr val="667982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478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CFE6F3-8EA7-20B6-44B8-4BBDC4361948}"/>
              </a:ext>
            </a:extLst>
          </p:cNvPr>
          <p:cNvSpPr txBox="1">
            <a:spLocks/>
          </p:cNvSpPr>
          <p:nvPr userDrawn="1"/>
        </p:nvSpPr>
        <p:spPr>
          <a:xfrm>
            <a:off x="376843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/>
              <a:t>28.08.2023</a:t>
            </a:r>
            <a:endParaRPr lang="et-EE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3BAF38B-E3FE-B466-B6EB-A14DD731454D}"/>
              </a:ext>
            </a:extLst>
          </p:cNvPr>
          <p:cNvSpPr txBox="1">
            <a:spLocks/>
          </p:cNvSpPr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83320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418075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9506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69F6E4-9020-7783-DE83-4C47CF315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200" b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94470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37463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19250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86981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00048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LID4096"/>
              <a:t>06.02.2024</a:t>
            </a:r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893299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LID4096"/>
              <a:t>06.02.2024</a:t>
            </a:r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t-E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067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4498942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66798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DBECE5-E798-5F3F-ECFF-16EE24DEA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</a:t>
            </a:fld>
            <a:endParaRPr lang="et-EE" dirty="0"/>
          </a:p>
        </p:txBody>
      </p:sp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B7438EC-F24A-ABAE-7197-BDA7F50912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7535" y="647553"/>
            <a:ext cx="9114769" cy="5978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44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B3E9526-D0DF-54D2-EBBE-DA2A0502A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2</a:t>
            </a:fld>
            <a:endParaRPr lang="et-EE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989B6E6-219F-ECA5-9905-AD018CD0B7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330128"/>
            <a:ext cx="9282223" cy="608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866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3D5E9-ADA9-759F-189D-EB3EE890F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Laser Quotes</a:t>
            </a:r>
            <a:endParaRPr lang="et-E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6601E-F350-2640-0FA0-A078C1F3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3</a:t>
            </a:fld>
            <a:endParaRPr lang="et-EE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1F0C02C-92AA-1447-84E9-F8DC69B1D2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555" y="1914697"/>
            <a:ext cx="10464890" cy="183163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E370413-21C5-3F61-E434-B4E888C12B0F}"/>
              </a:ext>
            </a:extLst>
          </p:cNvPr>
          <p:cNvSpPr/>
          <p:nvPr/>
        </p:nvSpPr>
        <p:spPr>
          <a:xfrm>
            <a:off x="863555" y="2733152"/>
            <a:ext cx="1507856" cy="361740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448181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AFE11-0F7B-DCC4-9DCE-9EF4E0ACF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Room Layout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94374-ED4D-073E-6C54-90D389DC71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2" y="1446414"/>
            <a:ext cx="11626343" cy="4365423"/>
          </a:xfrm>
        </p:spPr>
        <p:txBody>
          <a:bodyPr/>
          <a:lstStyle/>
          <a:p>
            <a:r>
              <a:rPr lang="et-EE" dirty="0"/>
              <a:t>T1220C – </a:t>
            </a:r>
            <a:r>
              <a:rPr lang="en-US" dirty="0"/>
              <a:t>Thorlabs </a:t>
            </a:r>
            <a:r>
              <a:rPr lang="et-EE" dirty="0" err="1"/>
              <a:t>Nexus</a:t>
            </a:r>
            <a:r>
              <a:rPr lang="et-EE" dirty="0"/>
              <a:t> </a:t>
            </a:r>
            <a:r>
              <a:rPr lang="et-EE" dirty="0" err="1"/>
              <a:t>Optical</a:t>
            </a:r>
            <a:r>
              <a:rPr lang="et-EE" dirty="0"/>
              <a:t> </a:t>
            </a:r>
            <a:r>
              <a:rPr lang="et-EE" dirty="0" err="1"/>
              <a:t>Table</a:t>
            </a:r>
            <a:r>
              <a:rPr lang="et-EE" dirty="0"/>
              <a:t>, 1.2 m x 2 m x 210 mm</a:t>
            </a:r>
            <a:r>
              <a:rPr lang="en-US" dirty="0"/>
              <a:t> (4152 EUR)</a:t>
            </a:r>
          </a:p>
          <a:p>
            <a:r>
              <a:rPr lang="en-US" dirty="0"/>
              <a:t>PTS603 - Thorlabs Active Legs, 700 mm (3356 EUR)</a:t>
            </a:r>
          </a:p>
          <a:p>
            <a:r>
              <a:rPr lang="en-US" dirty="0"/>
              <a:t>Where should the </a:t>
            </a:r>
            <a:br>
              <a:rPr lang="en-US" dirty="0"/>
            </a:br>
            <a:r>
              <a:rPr lang="en-US" dirty="0"/>
              <a:t>vacuum tank go?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C0B2C-82B9-FC3F-155A-F1CD7AEE5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4</a:t>
            </a:fld>
            <a:endParaRPr lang="et-EE" dirty="0"/>
          </a:p>
        </p:txBody>
      </p:sp>
      <p:pic>
        <p:nvPicPr>
          <p:cNvPr id="8" name="Picture 7" descr="A blueprint of a house&#10;&#10;AI-generated content may be incorrect.">
            <a:extLst>
              <a:ext uri="{FF2B5EF4-FFF2-40B4-BE49-F238E27FC236}">
                <a16:creationId xmlns:a16="http://schemas.microsoft.com/office/drawing/2014/main" id="{360574CF-300E-6307-18CC-9A4CBD48E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2368" y="2488975"/>
            <a:ext cx="8128418" cy="436902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DCDB93C-67D6-0EDF-FA02-0B3A1FE4AAEF}"/>
              </a:ext>
            </a:extLst>
          </p:cNvPr>
          <p:cNvSpPr/>
          <p:nvPr/>
        </p:nvSpPr>
        <p:spPr>
          <a:xfrm>
            <a:off x="5667270" y="4099727"/>
            <a:ext cx="1637882" cy="9746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667982"/>
                </a:solidFill>
              </a:rPr>
              <a:t>T1220C</a:t>
            </a:r>
            <a:endParaRPr lang="et-EE" sz="2800" b="1" dirty="0">
              <a:solidFill>
                <a:srgbClr val="66798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2665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400" dirty="0" smtClean="0">
            <a:solidFill>
              <a:srgbClr val="66798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17</TotalTime>
  <Words>48</Words>
  <Application>Microsoft Office PowerPoint</Application>
  <PresentationFormat>Widescreen</PresentationFormat>
  <Paragraphs>10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Laser Quotes</vt:lpstr>
      <vt:lpstr>Room Layout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Implementing a Terramechanics-based Wheel-terrain Contact Model into a Multi-body Simulation Environment</dc:title>
  <dc:creator>Karin Kruuse</dc:creator>
  <cp:lastModifiedBy>Karin Kruuse</cp:lastModifiedBy>
  <cp:revision>109</cp:revision>
  <dcterms:created xsi:type="dcterms:W3CDTF">2023-08-26T08:59:13Z</dcterms:created>
  <dcterms:modified xsi:type="dcterms:W3CDTF">2025-03-28T07:32:50Z</dcterms:modified>
</cp:coreProperties>
</file>
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8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7982"/>
    <a:srgbClr val="D8DFE3"/>
    <a:srgbClr val="A8B7BF"/>
    <a:srgbClr val="7D858C"/>
    <a:srgbClr val="F6F8FA"/>
    <a:srgbClr val="EFF1F3"/>
    <a:srgbClr val="262324"/>
    <a:srgbClr val="757C80"/>
    <a:srgbClr val="4E5051"/>
    <a:srgbClr val="241F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62" autoAdjust="0"/>
    <p:restoredTop sz="85572" autoAdjust="0"/>
  </p:normalViewPr>
  <p:slideViewPr>
    <p:cSldViewPr snapToGrid="0">
      <p:cViewPr varScale="1">
        <p:scale>
          <a:sx n="140" d="100"/>
          <a:sy n="140" d="100"/>
        </p:scale>
        <p:origin x="804" y="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28.03.2025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446414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5A3C0E-06BD-19DB-EA2E-F6F52A0F443E}"/>
              </a:ext>
            </a:extLst>
          </p:cNvPr>
          <p:cNvCxnSpPr>
            <a:cxnSpLocks/>
          </p:cNvCxnSpPr>
          <p:nvPr userDrawn="1"/>
        </p:nvCxnSpPr>
        <p:spPr>
          <a:xfrm>
            <a:off x="224443" y="1147154"/>
            <a:ext cx="11737572" cy="0"/>
          </a:xfrm>
          <a:prstGeom prst="line">
            <a:avLst/>
          </a:prstGeom>
          <a:ln w="12700">
            <a:solidFill>
              <a:srgbClr val="667982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BECE5-E798-5F3F-ECFF-16EE24DEA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B7438EC-F24A-ABAE-7197-BDA7F5091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7535" y="647553"/>
            <a:ext cx="9114769" cy="597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44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E9526-D0DF-54D2-EBBE-DA2A0502A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2</a:t>
            </a:fld>
            <a:endParaRPr lang="et-EE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89B6E6-219F-ECA5-9905-AD018CD0B7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330128"/>
            <a:ext cx="9282223" cy="608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866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3D5E9-ADA9-759F-189D-EB3EE890F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Laser Quotes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6601E-F350-2640-0FA0-A078C1F3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F0C02C-92AA-1447-84E9-F8DC69B1D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555" y="1914697"/>
            <a:ext cx="10464890" cy="183163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E370413-21C5-3F61-E434-B4E888C12B0F}"/>
              </a:ext>
            </a:extLst>
          </p:cNvPr>
          <p:cNvSpPr/>
          <p:nvPr/>
        </p:nvSpPr>
        <p:spPr>
          <a:xfrm>
            <a:off x="863555" y="2733152"/>
            <a:ext cx="1507856" cy="36174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48181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AFE11-0F7B-DCC4-9DCE-9EF4E0ACF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Room Layout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94374-ED4D-073E-6C54-90D389DC7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2" y="1446414"/>
            <a:ext cx="11626343" cy="4365423"/>
          </a:xfrm>
        </p:spPr>
        <p:txBody>
          <a:bodyPr/>
          <a:lstStyle/>
          <a:p>
            <a:r>
              <a:rPr lang="et-EE" dirty="0"/>
              <a:t>T1220C – </a:t>
            </a:r>
            <a:r>
              <a:rPr lang="en-US" dirty="0"/>
              <a:t>Thorlabs </a:t>
            </a:r>
            <a:r>
              <a:rPr lang="et-EE" dirty="0" err="1"/>
              <a:t>Nexus</a:t>
            </a:r>
            <a:r>
              <a:rPr lang="et-EE" dirty="0"/>
              <a:t> </a:t>
            </a:r>
            <a:r>
              <a:rPr lang="et-EE" dirty="0" err="1"/>
              <a:t>Optical</a:t>
            </a:r>
            <a:r>
              <a:rPr lang="et-EE" dirty="0"/>
              <a:t> </a:t>
            </a:r>
            <a:r>
              <a:rPr lang="et-EE" dirty="0" err="1"/>
              <a:t>Table</a:t>
            </a:r>
            <a:r>
              <a:rPr lang="et-EE" dirty="0"/>
              <a:t>, 1.2 m x 2 m x 210 mm</a:t>
            </a:r>
            <a:r>
              <a:rPr lang="en-US" dirty="0"/>
              <a:t> (4152 EUR)</a:t>
            </a:r>
          </a:p>
          <a:p>
            <a:r>
              <a:rPr lang="en-US" dirty="0"/>
              <a:t>PTS603 - Thorlabs Active Legs, 700 mm (3356 EUR)</a:t>
            </a:r>
          </a:p>
          <a:p>
            <a:r>
              <a:rPr lang="en-US" dirty="0"/>
              <a:t>Where should the </a:t>
            </a:r>
            <a:br>
              <a:rPr lang="en-US" dirty="0"/>
            </a:br>
            <a:r>
              <a:rPr lang="en-US" dirty="0"/>
              <a:t>vacuum tank go?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C0B2C-82B9-FC3F-155A-F1CD7AEE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8" name="Picture 7" descr="A blueprint of a house&#10;&#10;AI-generated content may be incorrect.">
            <a:extLst>
              <a:ext uri="{FF2B5EF4-FFF2-40B4-BE49-F238E27FC236}">
                <a16:creationId xmlns:a16="http://schemas.microsoft.com/office/drawing/2014/main" id="{360574CF-300E-6307-18CC-9A4CBD48E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2368" y="2488975"/>
            <a:ext cx="8128418" cy="436902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CDB93C-67D6-0EDF-FA02-0B3A1FE4AAEF}"/>
              </a:ext>
            </a:extLst>
          </p:cNvPr>
          <p:cNvSpPr/>
          <p:nvPr/>
        </p:nvSpPr>
        <p:spPr>
          <a:xfrm>
            <a:off x="5667270" y="4099727"/>
            <a:ext cx="1637882" cy="9746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667982"/>
                </a:solidFill>
              </a:rPr>
              <a:t>T1220C</a:t>
            </a:r>
            <a:endParaRPr lang="et-EE" sz="2800" b="1" dirty="0">
              <a:solidFill>
                <a:srgbClr val="66798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665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48</Words>
  <Application>Microsoft Office PowerPoint</Application>
  <PresentationFormat>Widescreen</PresentationFormat>
  <Paragraphs>10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Laser Quotes</vt:lpstr>
      <vt:lpstr>Room 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110</cp:revision>
  <dcterms:created xsi:type="dcterms:W3CDTF">2023-08-26T08:59:13Z</dcterms:created>
  <dcterms:modified xsi:type="dcterms:W3CDTF">2025-03-28T08:30:30Z</dcterms:modified>
</cp:coreProperties>
</file>